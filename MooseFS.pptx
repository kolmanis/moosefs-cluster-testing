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4" r:id="rId9"/>
    <p:sldId id="262" r:id="rId1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73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Установка минимального демонстрационного стенда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MooseFS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(мультинодовый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режим)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67544" y="4412704"/>
            <a:ext cx="8136904" cy="1752600"/>
          </a:xfrm>
        </p:spPr>
        <p:txBody>
          <a:bodyPr>
            <a:normAutofit/>
          </a:bodyPr>
          <a:lstStyle/>
          <a:p>
            <a:pPr algn="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 Ильин </a:t>
            </a:r>
            <a:r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Николай АСУ8-25-1М</a:t>
            </a:r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6165304"/>
            <a:ext cx="9144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8180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Развернуть распределённую ФС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MooseFS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мультинодовом режиме в Docker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Настроить репликацию chunk'ов (класс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3CP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Проверить отказоустойчивость при падении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chunk-сервера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Проверить самовосстановление реплик после возврата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узла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00447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Стенд для тестирования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564066"/>
              </p:ext>
            </p:extLst>
          </p:nvPr>
        </p:nvGraphicFramePr>
        <p:xfrm>
          <a:off x="1115616" y="1844824"/>
          <a:ext cx="7162800" cy="3421380"/>
        </p:xfrm>
        <a:graphic>
          <a:graphicData uri="http://schemas.openxmlformats.org/drawingml/2006/table">
            <a:tbl>
              <a:tblPr/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Компонент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Количество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Назначение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MooseFS Master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узел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Сервер метаданных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MooseFS Metalogger</a:t>
                      </a:r>
                      <a:endParaRPr lang="en-US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узел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Резервная копия журнала метаданных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MooseFS Chunkserver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узла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Хранилище chunk'ов данных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MooseFS Client</a:t>
                      </a:r>
                      <a:endParaRPr lang="en-US" b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 узел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FUSE-клиент</a:t>
                      </a: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монтирует /mnt/mfs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9167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Запуск стенда — docker compose ps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132856"/>
            <a:ext cx="8622928" cy="28185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248474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Клиент видит MFS и доступные storage-классы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108" y="1268760"/>
            <a:ext cx="8183348" cy="3962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6" y="5301208"/>
            <a:ext cx="5688631" cy="13783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23647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Запись данных и раскладка chunk'ов по узлам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1582927"/>
            <a:ext cx="8758462" cy="21341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42"/>
          <a:stretch/>
        </p:blipFill>
        <p:spPr bwMode="auto">
          <a:xfrm>
            <a:off x="179511" y="4077072"/>
            <a:ext cx="8758463" cy="20179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97978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Отказоустойчивость: чтение при упавшем узле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363" y="2132856"/>
            <a:ext cx="8677275" cy="3228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84187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Статус </a:t>
            </a: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кластера 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через </a:t>
            </a: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CLI-утилиты MooseFS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2270406"/>
            <a:ext cx="8784976" cy="28147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99332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268760"/>
            <a:ext cx="8219256" cy="5001419"/>
          </a:xfrm>
        </p:spPr>
        <p:txBody>
          <a:bodyPr>
            <a:normAutofit fontScale="70000" lnSpcReduction="20000"/>
          </a:bodyPr>
          <a:lstStyle/>
          <a:p>
            <a:pPr marL="0" indent="0" algn="just">
              <a:buNone/>
            </a:pPr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Подтвержденные </a:t>
            </a:r>
            <a:r>
              <a:rPr lang="ru-RU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возможности</a:t>
            </a:r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ru-RU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Единое пространство имён </a:t>
            </a:r>
            <a:r>
              <a:rPr lang="ru-RU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клиент видит один раздел </a:t>
            </a:r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/mnt/mfs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ru-RU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MooseFS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распределённый по трём chunk-серверам.</a:t>
            </a:r>
          </a:p>
          <a:p>
            <a:pPr algn="just"/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Репликация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класс 3CP хранит по 3 копии каждого chunk'а на 3 разных узлах.</a:t>
            </a:r>
          </a:p>
          <a:p>
            <a:pPr algn="just"/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Разбиение </a:t>
            </a:r>
            <a:r>
              <a:rPr lang="ru-RU" sz="2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 chunk'ы</a:t>
            </a:r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файл 100 МБ разбит на 2 chunk'а (64 + 36), каждый реплицируется отдельно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(mfsfileinfo)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Отказоустойчивость N−1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при остановке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одного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chunk-сервера md5sum 100 МБ файла возвращает корректные данные с оставшихся копий.</a:t>
            </a:r>
          </a:p>
          <a:p>
            <a:pPr algn="just"/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Самовосстановление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после возврата узла мастер запускает replication jobs и восстанавливает копии.</a:t>
            </a:r>
          </a:p>
          <a:p>
            <a:pPr algn="just"/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Резервирование метаданных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metalogger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MooseFS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непрерывно тянет с мастера журнал изменений metadata.mfs.</a:t>
            </a:r>
          </a:p>
          <a:p>
            <a:pPr algn="just"/>
            <a:r>
              <a:rPr lang="ru-RU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Мониторинг 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штатные утилиты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MooseFS 4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mfsfileinfo, mfscheckfile, mfsdirinfo, mfsgetsclass -r и docker logs.</a:t>
            </a:r>
          </a:p>
          <a:p>
            <a:pPr marL="0" indent="0" algn="just">
              <a:buNone/>
            </a:pPr>
            <a:endParaRPr lang="ru-RU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2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Стенд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MooseFS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мультинодовом режиме </a:t>
            </a:r>
            <a:r>
              <a:rPr lang="ru-RU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(Docker Compose)</a:t>
            </a:r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полностью работоспособен и демонстрирует ключевые свойства распределённой файловой системы: горизонтальное масштабирование хранилища, прозрачную репликацию chunk'ов и устойчивость к отказу отдельных узлов. Все тесты пройдены успешно.</a:t>
            </a:r>
          </a:p>
          <a:p>
            <a:pPr marL="0" indent="0" algn="just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7295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221</Words>
  <Application>Microsoft Office PowerPoint</Application>
  <PresentationFormat>Экран (4:3)</PresentationFormat>
  <Paragraphs>43</Paragraphs>
  <Slides>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0" baseType="lpstr">
      <vt:lpstr>Тема Office</vt:lpstr>
      <vt:lpstr>Установка, настройка и тестирование PostgreSQL 17 кластера на базе Patroni</vt:lpstr>
      <vt:lpstr>Цель работы</vt:lpstr>
      <vt:lpstr>Стенд для тестирования</vt:lpstr>
      <vt:lpstr>Запись на мастер и проверка реплик</vt:lpstr>
      <vt:lpstr>Проверка нового мастера</vt:lpstr>
      <vt:lpstr>Восстановление убитого мастера</vt:lpstr>
      <vt:lpstr>Проверка нового мастера на запись</vt:lpstr>
      <vt:lpstr>Синхронизация данных  с отключенным узлом</vt:lpstr>
      <vt:lpstr>Заключение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Проверка гарантий Apache Kafka в кластере из 3 брокеров</dc:title>
  <dc:creator>KolManis</dc:creator>
  <cp:lastModifiedBy>KolManis</cp:lastModifiedBy>
  <cp:revision>6</cp:revision>
  <dcterms:created xsi:type="dcterms:W3CDTF">2026-05-08T10:52:47Z</dcterms:created>
  <dcterms:modified xsi:type="dcterms:W3CDTF">2026-05-17T10:16:42Z</dcterms:modified>
</cp:coreProperties>
</file>