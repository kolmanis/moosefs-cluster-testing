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5" r:id="rId7"/>
    <p:sldId id="260" r:id="rId8"/>
    <p:sldId id="261" r:id="rId9"/>
    <p:sldId id="264" r:id="rId10"/>
    <p:sldId id="262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03548" y="2132856"/>
            <a:ext cx="8136904" cy="1470025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минимального демонстрационного стенда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MooseFS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(мультинодовый </a:t>
            </a:r>
            <a:r>
              <a:rPr lang="ru-RU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режим)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03548" y="4791694"/>
            <a:ext cx="8136904" cy="1470026"/>
          </a:xfrm>
        </p:spPr>
        <p:txBody>
          <a:bodyPr>
            <a:normAutofit/>
          </a:bodyPr>
          <a:lstStyle/>
          <a:p>
            <a:pPr algn="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Ильин Николай АСУ8-25-1М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616530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18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Развернуть распределённую ФС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MooseFS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мультинодовом режиме в Docker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репликацию chunk'ов (класс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3CP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отказоустойчивость при падении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chunk-сервера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самовосстановление реплик после возврата узла</a:t>
            </a:r>
          </a:p>
        </p:txBody>
      </p:sp>
    </p:spTree>
    <p:extLst>
      <p:ext uri="{BB962C8B-B14F-4D97-AF65-F5344CB8AC3E}">
        <p14:creationId xmlns:p14="http://schemas.microsoft.com/office/powerpoint/2010/main" val="301004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Стенд для тестирования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631310"/>
              </p:ext>
            </p:extLst>
          </p:nvPr>
        </p:nvGraphicFramePr>
        <p:xfrm>
          <a:off x="971600" y="1844824"/>
          <a:ext cx="7306815" cy="3147060"/>
        </p:xfrm>
        <a:graphic>
          <a:graphicData uri="http://schemas.openxmlformats.org/drawingml/2006/table">
            <a:tbl>
              <a:tblPr/>
              <a:tblGrid>
                <a:gridCol w="2435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5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MooseFS Master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узел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 метаданных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MooseFS Metalogger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узел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Резервная копия журнала метаданных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MooseFS Chunkserver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узла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Хранилище chunk'ов данных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MooseFS Client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узел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FUSE-клиент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монтирует /mnt/mfs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16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стенда — docker compose ps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1C2D1FA-81E9-B788-3C82-CB2840999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708920"/>
            <a:ext cx="9036496" cy="184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4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9594" y="476672"/>
            <a:ext cx="8229600" cy="114300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видит MFS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96286AAA-7411-14C5-AF19-F4DF2FE9C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1F5F192-B8DD-AB3A-752A-053FDF187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61"/>
          <a:stretch>
            <a:fillRect/>
          </a:stretch>
        </p:blipFill>
        <p:spPr>
          <a:xfrm>
            <a:off x="371694" y="2996952"/>
            <a:ext cx="8400612" cy="127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47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4763E-076D-109A-49F8-AA28447C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4A36B-CB74-E4D1-0496-A4CF18F3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3240"/>
            <a:ext cx="8229600" cy="114300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видит доступные storage-классы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E3335B2-5F70-003B-70F0-D640DAB51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310" y="1340768"/>
            <a:ext cx="5878018" cy="490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7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данных и раскладка chunk'ов по узлам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D1D43B-A659-66CC-831F-407BA20D6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57370"/>
            <a:ext cx="8496944" cy="1571630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C15882DB-A3C4-C599-2C51-D8C19468F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988167"/>
            <a:ext cx="8568952" cy="11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7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Отказоустойчивость: 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чтение при упавшем узле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9432F8F-7FF3-0856-70A5-5E4FDE890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44" y="2420888"/>
            <a:ext cx="8622112" cy="242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87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 кластера 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CLI-утилиты MooseFS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D275F06-CCEF-3833-F5B1-58C78433B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93"/>
          <a:stretch>
            <a:fillRect/>
          </a:stretch>
        </p:blipFill>
        <p:spPr>
          <a:xfrm>
            <a:off x="375417" y="2276872"/>
            <a:ext cx="8348101" cy="26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3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268760"/>
            <a:ext cx="8496944" cy="532859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Подтвержденные возможности:</a:t>
            </a:r>
          </a:p>
          <a:p>
            <a:pPr marL="0" indent="0" algn="just">
              <a:buNone/>
            </a:pP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Единое пространство имён — клиент видит один раздел /mnt/mfs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MooseFS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распределённый по трём chunk-серверам.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Репликация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класс 3CP хранит по 3 копии каждого chunk'а на 3 разных узлах.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Разбиение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 chunk'ы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файл 100 МБ разбит на 2 chunk'а (64 + 36), каждый реплицируется отдельно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(mfsfileinfo)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Отказоустойчивость N−1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при остановке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одного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chunk-сервера md5sum 100 МБ файла возвращает корректные данные с оставшихся копий.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Самовосстановление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после возврата узла мастер запускает replication jobs и восстанавливает копии.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Резервирование метаданных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metalogger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MooseFS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непрерывно тянет с мастера журнал изменений metadata.mfs.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штатные утилиты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MooseFS 4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mfsfileinfo, mfscheckfile, mfsdirinfo, mfsgetsclass -r и docker logs.</a:t>
            </a:r>
          </a:p>
          <a:p>
            <a:pPr marL="0" indent="0" algn="just">
              <a:buNone/>
            </a:pP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Стенд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MooseFS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мультинодовом режиме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(Docker Compose)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полностью работоспособен и демонстрирует ключевые свойства распределённой файловой системы: горизонтальное масштабирование хранилища, прозрачную репликацию chunk'ов и устойчивость к отказу отдельных узлов. Все тесты пройдены успешно.</a:t>
            </a:r>
          </a:p>
          <a:p>
            <a:pPr marL="0" indent="0" algn="just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872955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284</Words>
  <Application>Microsoft Office PowerPoint</Application>
  <PresentationFormat>Экран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Тема Office</vt:lpstr>
      <vt:lpstr>Установка минимального демонстрационного стенда MooseFS (мультинодовый режим)</vt:lpstr>
      <vt:lpstr>Цель работы</vt:lpstr>
      <vt:lpstr>Стенд для тестирования</vt:lpstr>
      <vt:lpstr>Запуск стенда — docker compose ps</vt:lpstr>
      <vt:lpstr>Клиент видит MFS</vt:lpstr>
      <vt:lpstr>Клиент видит доступные storage-классы</vt:lpstr>
      <vt:lpstr>Запись данных и раскладка chunk'ов по узлам</vt:lpstr>
      <vt:lpstr>Отказоустойчивость:  чтение при упавшем узле</vt:lpstr>
      <vt:lpstr>Статус кластера  через CLI-утилиты MooseFS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Проверка гарантий Apache Kafka в кластере из 3 брокеров</dc:title>
  <dc:creator>KolManis</dc:creator>
  <cp:lastModifiedBy>Пользователь</cp:lastModifiedBy>
  <cp:revision>8</cp:revision>
  <dcterms:created xsi:type="dcterms:W3CDTF">2026-05-08T10:52:47Z</dcterms:created>
  <dcterms:modified xsi:type="dcterms:W3CDTF">2026-09-05T11:45:58Z</dcterms:modified>
</cp:coreProperties>
</file>